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Alfa Slab One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3C1DE6-F950-4C48-A06F-2A7F41558E5E}">
  <a:tblStyle styleId="{063C1DE6-F950-4C48-A06F-2A7F41558E5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AlfaSlabOne-regular.fntdata"/><Relationship Id="rId27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95f265aaa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a95f265aaa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5f265aa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5f265aa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5f265a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95f265a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95f265aa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95f265aa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5f265aa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5f265aa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5f265aa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95f265aa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5f265aa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5f265aa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5f265aa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5f265aa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5f265aa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5f265aa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5f265aa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5f265aa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5f265aa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95f265aa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95f265aa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95f265aa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95f265aa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95f265aa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95f265aa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95f265aa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95f265aa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95f265aa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95f265aa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95f265aa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5f265aa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5f265aa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5734975" y="1384925"/>
            <a:ext cx="186300" cy="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100" y="1228025"/>
            <a:ext cx="129742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5356100" y="1193975"/>
            <a:ext cx="18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-2844" l="-11227" r="-1613" t="-1714"/>
          <a:stretch/>
        </p:blipFill>
        <p:spPr>
          <a:xfrm>
            <a:off x="-712875" y="-91975"/>
            <a:ext cx="10018699" cy="528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584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Laptop prices vary widely based on configuration and brand.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Manual comparison is time-consuming and inconsistent.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Goal</a:t>
            </a:r>
            <a:r>
              <a:rPr lang="en-GB"/>
              <a:t>: Build a machine learning model to predict laptop prices reliably.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250" y="1017725"/>
            <a:ext cx="3132349" cy="32879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Analyze features affecting laptop price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Build an ML model for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Compare ML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Provide a tool for buyers/sellers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Description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34343"/>
                </a:solidFill>
              </a:rPr>
              <a:t>Total ~1,300 laptop records</a:t>
            </a:r>
            <a:endParaRPr sz="1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34343"/>
                </a:solidFill>
              </a:rPr>
              <a:t>Features include: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roxima Nova"/>
              <a:buChar char="●"/>
            </a:pPr>
            <a:r>
              <a:rPr lang="en-GB" sz="1400">
                <a:solidFill>
                  <a:srgbClr val="434343"/>
                </a:solidFill>
              </a:rPr>
              <a:t>Brand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roxima Nova"/>
              <a:buChar char="●"/>
            </a:pPr>
            <a:r>
              <a:rPr lang="en-GB" sz="1400">
                <a:solidFill>
                  <a:srgbClr val="434343"/>
                </a:solidFill>
              </a:rPr>
              <a:t>RAM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roxima Nova"/>
              <a:buChar char="●"/>
            </a:pPr>
            <a:r>
              <a:rPr lang="en-GB" sz="1400">
                <a:solidFill>
                  <a:srgbClr val="434343"/>
                </a:solidFill>
              </a:rPr>
              <a:t>Processor (i5/i7/Ryzen)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roxima Nova"/>
              <a:buChar char="●"/>
            </a:pPr>
            <a:r>
              <a:rPr lang="en-GB" sz="1400">
                <a:solidFill>
                  <a:srgbClr val="434343"/>
                </a:solidFill>
              </a:rPr>
              <a:t>Storage (HDD/SSD)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roxima Nova"/>
              <a:buChar char="●"/>
            </a:pPr>
            <a:r>
              <a:rPr lang="en-GB" sz="1400">
                <a:solidFill>
                  <a:srgbClr val="434343"/>
                </a:solidFill>
              </a:rPr>
              <a:t>GPU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roxima Nova"/>
              <a:buChar char="●"/>
            </a:pPr>
            <a:r>
              <a:rPr lang="en-GB" sz="1400">
                <a:solidFill>
                  <a:srgbClr val="434343"/>
                </a:solidFill>
              </a:rPr>
              <a:t>Display size, resolution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Proxima Nova"/>
              <a:buChar char="●"/>
            </a:pPr>
            <a:r>
              <a:rPr lang="en-GB" sz="1400">
                <a:solidFill>
                  <a:srgbClr val="434343"/>
                </a:solidFill>
              </a:rPr>
              <a:t>Weight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434343"/>
                </a:solidFill>
              </a:rPr>
              <a:t>Battery life</a:t>
            </a:r>
            <a:br>
              <a:rPr lang="en-GB" sz="1400">
                <a:solidFill>
                  <a:srgbClr val="434343"/>
                </a:solidFill>
              </a:rPr>
            </a:br>
            <a:r>
              <a:rPr lang="en-GB" sz="1400">
                <a:solidFill>
                  <a:srgbClr val="434343"/>
                </a:solidFill>
              </a:rPr>
              <a:t>Target variable: </a:t>
            </a:r>
            <a:r>
              <a:rPr b="1" lang="en-GB" sz="1400">
                <a:solidFill>
                  <a:srgbClr val="434343"/>
                </a:solidFill>
              </a:rPr>
              <a:t>Price (BDT/USD)</a:t>
            </a:r>
            <a:endParaRPr sz="2100">
              <a:solidFill>
                <a:srgbClr val="434343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750" y="1065325"/>
            <a:ext cx="5788251" cy="28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Preprocessing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Handling missing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Converting categorical → numerical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Brand → Label Encoding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Processor/GPU → One-hot encoding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Feature scaling (MinMax / StandardScaler)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Outlier removal using IQR</a:t>
            </a:r>
            <a:endParaRPr/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Data Analysis (EDA)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Distribution of laptop prices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Correlation heatma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RAM vs. Price scatter plot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SSD vs. HDD influence on 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Findings</a:t>
            </a:r>
            <a:r>
              <a:rPr lang="en-GB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SSD laptops are generally more expensive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Higher resolution &amp; GPU increase price significantly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Engineering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new features: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Price per GB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Total storage = SSD + HDD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Processor generation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PPI (pixels per inch) from resolution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 Models Used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Linear 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Random Forest Regressor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XGBoost Regressor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Gradient Boosting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K-Nearest Neighbors (KNN)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Laptop Prize range Brand wise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432800" cy="346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Laptop Processor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811" y="1439775"/>
            <a:ext cx="7448374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Laptop</a:t>
            </a:r>
            <a:r>
              <a:rPr lang="en-GB"/>
              <a:t> Operating system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400" y="1616100"/>
            <a:ext cx="5424250" cy="27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Training &amp; Evaluation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Metrics used: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MAE (Mean Absolute Error)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MSE (Mean Squared Error)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RMSE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R² Score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1" name="Google Shape;151;p25"/>
          <p:cNvGraphicFramePr/>
          <p:nvPr/>
        </p:nvGraphicFramePr>
        <p:xfrm>
          <a:off x="419925" y="138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{063C1DE6-F950-4C48-A06F-2A7F41558E5E}</a:tableStyleId>
              </a:tblPr>
              <a:tblGrid>
                <a:gridCol w="4070225"/>
                <a:gridCol w="2951700"/>
                <a:gridCol w="1056400"/>
              </a:tblGrid>
              <a:tr h="78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Model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RMSE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R²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82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Linear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 error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2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Low error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2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XGBoost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Lowest error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2" name="Google Shape;152;p2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/>
              <a:t>Best Model:</a:t>
            </a:r>
            <a:r>
              <a:rPr lang="en-GB" sz="1100"/>
              <a:t> </a:t>
            </a:r>
            <a:r>
              <a:rPr lang="en-GB" sz="1100"/>
              <a:t>✔</a:t>
            </a:r>
            <a:r>
              <a:rPr lang="en-GB" sz="1100"/>
              <a:t> </a:t>
            </a:r>
            <a:r>
              <a:rPr b="1" lang="en-GB" sz="1100"/>
              <a:t>Random Forest</a:t>
            </a:r>
            <a:endParaRPr b="1" sz="1100"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Model Insights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RAM, processor type, GPU, and SSD storage most strongly affect price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Display quality also significant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Brand has medium but notable impact</a:t>
            </a:r>
            <a:endParaRPr/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Workflow Diagram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_- visual selection (6).png"/>
          <p:cNvPicPr preferRelativeResize="0"/>
          <p:nvPr/>
        </p:nvPicPr>
        <p:blipFill rotWithShape="1">
          <a:blip r:embed="rId3">
            <a:alphaModFix/>
          </a:blip>
          <a:srcRect b="5651" l="0" r="0" t="0"/>
          <a:stretch/>
        </p:blipFill>
        <p:spPr>
          <a:xfrm>
            <a:off x="0" y="1017725"/>
            <a:ext cx="9055227" cy="39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Machine learning can accurately predict laptop prices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Helps buyers compare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Useful for sellers, e-commerce, and refurbishing shops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XGBoost model performed the best</a:t>
            </a:r>
            <a:endParaRPr/>
          </a:p>
        </p:txBody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Surjuse, V., Lohakare, S., Barapatre, A. and Chapke, A., 2022. Laptop price prediction using machine learning. International Journal of Computer Science and Mobile Computing, 11(1), pp.164-168.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Pandey M, Sharma VK. A Random forest algorithm pertaining to the student performance analysis and prediction.International Journal of Computer Applications. 2013 Jan 1;61(13)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Noor, K., &amp; Jan, S. (2017). Vehicle Price Prediction System using Machine Learning Techniques. International Journal of Computer Applications, 167(9), 27-31..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Shaik, Mohammed &amp; Varshith, Medicherla &amp; SriVyshnavi, Sanka &amp; Sanjana, Nagamalla &amp; Sujith, Rama. (2022). Laptop Price Prediction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ﬁAsante, Daniel &amp; Tetteh, Mark &amp; Turkson, Regina &amp; Agyei, Lucy &amp; Asare, Obadiah. (2024). Predicting Electricity Market Price Using Machine Learning and Quantifying Dependency Beyond Renewable Energy. 1-6. 10.1109/i-COSTE63786.2024.11024934.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